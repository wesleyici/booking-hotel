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54864"/>
          </a:xfrm>
          <a:prstGeom prst="roundRect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MY HOTELS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9EE0"/>
                </a:solidFill>
                <a:latin typeface="Calibri"/>
              </a:defRPr>
            </a:pPr>
            <a:r>
              <a:t>Modern Room Booking &amp;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748C"/>
                </a:solidFill>
                <a:latin typeface="Calibri"/>
              </a:defRPr>
            </a:pPr>
            <a:r>
              <a:t>Solusi Pemesanan Hotel Otomatis Terintegrasi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4754880"/>
            <a:ext cx="12191695" cy="54864"/>
          </a:xfrm>
          <a:prstGeom prst="roundRect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5F4FB"/>
                </a:solidFill>
                <a:latin typeface="Calibri"/>
              </a:defRPr>
            </a:pPr>
            <a:r>
              <a:t>Oleh: Tim Developer  • 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Project Client (Target Pengguna)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F4FB"/>
                </a:solidFill>
                <a:latin typeface="Calibri"/>
              </a:defRPr>
            </a:pPr>
            <a:r>
              <a:t>Aplikasi website melayani dua sisi pengguna (Klien)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5"/>
                </a:solidFill>
                <a:latin typeface="Calibri"/>
              </a:defRPr>
            </a:pPr>
            <a:r>
              <a:t>Pihak Hotel (Manajemen)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Membutuhkan sistem digital untuk mendata kamar</a:t>
            </a:r>
          </a:p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Memantau riwayat pesanan (Dashboard Analytics)</a:t>
            </a:r>
          </a:p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Memvalidasi pembayaran secara otomatis</a:t>
            </a:r>
          </a:p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Mengurangi human error operasional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FD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5"/>
                </a:solidFill>
                <a:latin typeface="Calibri"/>
              </a:defRPr>
            </a:pPr>
            <a:r>
              <a:t>Tamu (Guest)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Melihat galeri kamar secara real-time</a:t>
            </a:r>
          </a:p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Memfilter fasilitas kamar</a:t>
            </a:r>
          </a:p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Melakukan pemesanan mandiri</a:t>
            </a:r>
          </a:p>
          <a:p>
            <a:pPr>
              <a:spcAft>
                <a:spcPts val="800"/>
              </a:spcAft>
              <a:defRPr sz="1600">
                <a:solidFill>
                  <a:srgbClr val="1E2935"/>
                </a:solidFill>
                <a:latin typeface="Calibri"/>
              </a:defRPr>
            </a:pPr>
            <a:r>
              <a:t>Membayar secara instan tanpa resepsionis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BPM / Flowchart (Alur Sistem)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F4FB"/>
                </a:solidFill>
                <a:latin typeface="Calibri"/>
              </a:defRPr>
            </a:pPr>
            <a:r>
              <a:t>Alur pemesanan hotel dari awal hingga selesai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377440" cy="777240"/>
          </a:xfrm>
          <a:prstGeom prst="roundRect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23774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Punya Akun?</a:t>
            </a:r>
            <a:br/>
            <a:r>
              <a:t>Ya → Login</a:t>
            </a:r>
            <a:br/>
            <a:r>
              <a:t>Tidak → Register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2377440" cy="77724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Pilih Kamar &amp; Filter</a:t>
            </a:r>
            <a:br/>
            <a:r>
              <a:t>Fasilitas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2377440" cy="7772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Isi Form Booking &amp;</a:t>
            </a:r>
            <a:br/>
            <a:r>
              <a:t>Masukkan Voucher Diskon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2377440" cy="7772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Proses Pembayaran</a:t>
            </a:r>
            <a:br/>
            <a:r>
              <a:t>via Midtrans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237744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087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Status Pembayaran</a:t>
            </a:r>
            <a:br/>
            <a:r>
              <a:t>✅ Confirmed</a:t>
            </a:r>
            <a:br/>
            <a:r>
              <a:t>❌ Gagal/Batal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23160"/>
            <a:ext cx="237744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Email Invoice</a:t>
            </a:r>
            <a:br/>
            <a:r>
              <a:t>Otomatis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83280"/>
            <a:ext cx="2377440" cy="77724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Tamu Menginap &amp;</a:t>
            </a:r>
            <a:br/>
            <a:r>
              <a:t>Check-out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343400"/>
            <a:ext cx="2377440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3891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Beri Ulasan/Review</a:t>
            </a:r>
            <a:br/>
            <a:r>
              <a:t>Bintang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303520"/>
            <a:ext cx="2377440" cy="777240"/>
          </a:xfrm>
          <a:prstGeom prst="roundRect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3492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Selesai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Teknologi yang Digunakan (Tech Stack)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F4FB"/>
                </a:solidFill>
                <a:latin typeface="Calibri"/>
              </a:defRPr>
            </a:pPr>
            <a:r>
              <a:t>Full-Stack JavaScript (MERN/PERN Stack variation)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64008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(Antarmuka)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React.js — Framework utama UI reaktif</a:t>
            </a:r>
          </a:p>
          <a:p>
            <a:pPr>
              <a:spcAft>
                <a:spcPts val="12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Tailwind CSS &amp; Flowbite — Desain modern &amp; responsif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74720" cy="6400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(Server &amp; Database)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Node.js &amp; Express.js — RESTful API server</a:t>
            </a:r>
          </a:p>
          <a:p>
            <a:pPr>
              <a:spcAft>
                <a:spcPts val="12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MySQL — Database relasional solid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6400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Layanan Pihak Ketiga (3rd Party /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Midtrans Payment Gateway — QRIS, Transfer, E-Wallet</a:t>
            </a:r>
          </a:p>
          <a:p>
            <a:pPr>
              <a:spcAft>
                <a:spcPts val="12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NodeMailer (Google SMTP) — Email invoice otomatis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GitHub (Repository)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F4FB"/>
                </a:solidFill>
                <a:latin typeface="Calibri"/>
              </a:defRPr>
            </a:pPr>
            <a:r>
              <a:t>Version Control System 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229600" cy="320040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5"/>
                </a:solidFill>
                <a:latin typeface="Calibri"/>
              </a:defRPr>
            </a:pPr>
            <a:r>
              <a:t>Link 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743200"/>
            <a:ext cx="7315200" cy="640080"/>
          </a:xfrm>
          <a:prstGeom prst="roundRect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788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https://github.com/WESLEYICI/booking-hotel.git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Cabang Utama: main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Keamanan: Dilengkapi Secret Scanning untuk melindungi kredensial Payment Gateway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Role User (Peran Pengguna)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F4FB"/>
                </a:solidFill>
                <a:latin typeface="Calibri"/>
              </a:defRPr>
            </a:pPr>
            <a:r>
              <a:t>2 jenis Hak Akses dalam aplikasi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846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594360"/>
          </a:xfrm>
          <a:prstGeom prst="round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Guest (Tamu)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Mencari &amp; memfilter daftar kamar tersedia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Booking &amp; memasukkan kode Promo/Voucher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Bayar via Midtrans (VA, E-Wallet)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Melihat riwayat (My Bookings) + Email invoice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Memberi ulasan &amp; rating kamar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Live Chat Bantuan via WhatsApp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846320"/>
          </a:xfrm>
          <a:prstGeom prst="round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59436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Admin (Manajemen Hotel)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Dashboard Analytics (pesanan, pendapatan)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CRUD Rooms — Tambah, edit, nonaktifkan kamar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Manage Bookings — Riwayat + update status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Voucher Management — Buat kode diskon</a:t>
            </a:r>
          </a:p>
          <a:p>
            <a:pPr>
              <a:spcAft>
                <a:spcPts val="800"/>
              </a:spcAft>
              <a:defRPr sz="1400">
                <a:solidFill>
                  <a:srgbClr val="1E2935"/>
                </a:solidFill>
                <a:latin typeface="Calibri"/>
              </a:defRPr>
            </a:pPr>
            <a:r>
              <a:t>Review Monitoring — Baca ulasan pelanggan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B1D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Demo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5F4FB"/>
                </a:solidFill>
                <a:latin typeface="Calibri"/>
              </a:defRPr>
            </a:pPr>
            <a:r>
              <a:t>Video Screen Recording (1-2 menit)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3200400"/>
          </a:xfrm>
          <a:prstGeom prst="roundRect">
            <a:avLst/>
          </a:prstGeom>
          <a:solidFill>
            <a:srgbClr val="344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0748C"/>
                </a:solidFill>
                <a:latin typeface="Calibri"/>
              </a:defRPr>
            </a:pPr>
            <a:r>
              <a:t>▶  INSERT VIDEO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0748C"/>
                </a:solidFill>
                <a:latin typeface="Calibri"/>
              </a:defRPr>
            </a:pPr>
            <a:r>
              <a:t>Screen Recording Demo Aplikasi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120640"/>
            <a:ext cx="9418320" cy="36576"/>
          </a:xfrm>
          <a:prstGeom prst="roundRect">
            <a:avLst/>
          </a:prstGeom>
          <a:solidFill>
            <a:srgbClr val="009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E0"/>
                </a:solidFill>
                <a:latin typeface="Calibri"/>
              </a:defRPr>
            </a:pPr>
            <a:r>
              <a:t>Skenario Demo: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235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5F4FB"/>
                </a:solidFill>
                <a:latin typeface="Calibri"/>
              </a:defRPr>
            </a:pPr>
            <a:r>
              <a:t>Halaman depan (Jumbotron) → Rooms &amp; Suites → Filter Fasilitas/Harga</a:t>
            </a:r>
          </a:p>
          <a:p>
            <a:pPr>
              <a:spcAft>
                <a:spcPts val="800"/>
              </a:spcAft>
              <a:defRPr sz="1300">
                <a:solidFill>
                  <a:srgbClr val="E5F4FB"/>
                </a:solidFill>
                <a:latin typeface="Calibri"/>
              </a:defRPr>
            </a:pPr>
            <a:r>
              <a:t>Detail kamar + Ulasan Tamu → Booking + Voucher → Bayar via Midtrans</a:t>
            </a:r>
          </a:p>
          <a:p>
            <a:pPr>
              <a:spcAft>
                <a:spcPts val="800"/>
              </a:spcAft>
              <a:defRPr sz="1300">
                <a:solidFill>
                  <a:srgbClr val="E5F4FB"/>
                </a:solidFill>
                <a:latin typeface="Calibri"/>
              </a:defRPr>
            </a:pPr>
            <a:r>
              <a:t>Email Invoice otomatis → Login Admin → Dashboard Data Bookings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5486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EE0"/>
                </a:solidFill>
                <a:latin typeface="Calibri"/>
              </a:defRPr>
            </a:pPr>
            <a:r>
              <a:t>Any 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4206240"/>
            <a:ext cx="12191695" cy="54864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F4FB"/>
                </a:solidFill>
                <a:latin typeface="Calibri"/>
              </a:defRPr>
            </a:pPr>
            <a:r>
              <a:t>github.com/WESLEYICI/booking-hotel.git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